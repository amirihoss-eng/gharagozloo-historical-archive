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5603200" cy="14630400"/>
  <p:notesSz cx="14630400" cy="25603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87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468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GHARAGOZLOO HAJILOU FAMILY TREE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468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directly from grey shaded cells in uploaded Excel sheet (63 Members)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45920" y="696772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3657600" y="1755648"/>
            <a:ext cx="2136940" cy="137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0" y="430682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0" y="696772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3662172" y="2546322"/>
            <a:ext cx="2132368" cy="3228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0" y="458114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696772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512978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0" y="202996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80960" y="183794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80960" y="202996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92640" y="183794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69280" y="202996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80960" y="192938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0" y="221284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692640" y="202082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69280" y="2578608"/>
            <a:ext cx="4572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0" y="367588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0" y="3483864"/>
            <a:ext cx="2011680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69280" y="348386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669280" y="367588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680960" y="348386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680960" y="367588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692640" y="348386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80960" y="367588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692640" y="357530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669280" y="3675888"/>
            <a:ext cx="4572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669280" y="3675888"/>
            <a:ext cx="4572" cy="17373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680960" y="440740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1704320" y="430682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680960" y="4407408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1704320" y="439826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1704320" y="476402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669280" y="3675888"/>
            <a:ext cx="4572" cy="7223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673852" y="4069707"/>
            <a:ext cx="2011680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186165" y="549554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2197845" y="530352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186165" y="549554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2197845" y="539496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2197845" y="567842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4209525" y="566928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2197845" y="622706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4209525" y="603504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5669280" y="3675888"/>
            <a:ext cx="4572" cy="9098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669280" y="3675888"/>
            <a:ext cx="4572" cy="99212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5669280" y="4687710"/>
            <a:ext cx="2011680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5121420" y="815494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7133100" y="814580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1098060" y="870358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3109740" y="851156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3109740" y="870358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5121420" y="851156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5121420" y="870358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7133100" y="851156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3109740" y="8703584"/>
            <a:ext cx="4572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5121420" y="8785880"/>
            <a:ext cx="4572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3109740" y="943510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5121420" y="924308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3109740" y="943510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5121420" y="933452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3109740" y="9435104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5121420" y="942596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2834640" y="11036555"/>
            <a:ext cx="2011680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708925" y="1256842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5617485" y="11007870"/>
            <a:ext cx="2011680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7720605" y="1256842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7720605" y="1275130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7720605" y="1311706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720605" y="1320850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7720605" y="1329994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7720605" y="13391386"/>
            <a:ext cx="4572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720605" y="13857730"/>
            <a:ext cx="4572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697245" y="1458925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708925" y="1439722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708925" y="1458925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7720605" y="1439722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7720605" y="1458925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9732285" y="1439722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720605" y="1458925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9732285" y="1458010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7720605" y="14671546"/>
            <a:ext cx="4572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720605" y="15137890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9732285" y="14945866"/>
            <a:ext cx="4572" cy="45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731520" y="65836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B4332"/>
          </a:solidFill>
          <a:ln w="15240">
            <a:solidFill>
              <a:srgbClr val="0F291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Haj Abdollah Khan Gharagozloo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4754880" y="1547121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Hassan Kh?</a:t>
            </a:r>
            <a:endParaRPr lang="en-US" sz="9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2" name="Text 190"/>
          <p:cNvSpPr/>
          <p:nvPr/>
        </p:nvSpPr>
        <p:spPr>
          <a:xfrm>
            <a:off x="4754880" y="228142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KHAN</a:t>
            </a:r>
            <a:endParaRPr lang="en-US" sz="9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3" name="Text 191"/>
          <p:cNvSpPr/>
          <p:nvPr/>
        </p:nvSpPr>
        <p:spPr>
          <a:xfrm>
            <a:off x="2743200" y="329184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6F4EA"/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Haaj Fazll Allah Khan Gharagozloo</a:t>
            </a:r>
            <a:endParaRPr lang="en-US" sz="900" dirty="0"/>
          </a:p>
        </p:txBody>
      </p:sp>
      <p:sp>
        <p:nvSpPr>
          <p:cNvPr id="194" name="Text 192"/>
          <p:cNvSpPr/>
          <p:nvPr/>
        </p:nvSpPr>
        <p:spPr>
          <a:xfrm>
            <a:off x="4759452" y="7007687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Abdol Hossein Khan Farkhari?</a:t>
            </a:r>
            <a:endParaRPr lang="en-US" sz="9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5" name="Text 193"/>
          <p:cNvSpPr/>
          <p:nvPr/>
        </p:nvSpPr>
        <p:spPr>
          <a:xfrm>
            <a:off x="1828800" y="10780777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6F4EA"/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Nasr Allah Khan Gharagozloo</a:t>
            </a:r>
            <a:endParaRPr lang="en-US" sz="900" dirty="0"/>
          </a:p>
        </p:txBody>
      </p:sp>
      <p:sp>
        <p:nvSpPr>
          <p:cNvPr id="196" name="Text 194"/>
          <p:cNvSpPr/>
          <p:nvPr/>
        </p:nvSpPr>
        <p:spPr>
          <a:xfrm>
            <a:off x="1817026" y="11356847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6F4EA"/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Haji safar khan gharagozloo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1817026" y="12531535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6F4EA"/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Haji Mina Khan Kabootarahangi</a:t>
            </a:r>
            <a:endParaRPr lang="en-US" sz="900" dirty="0"/>
          </a:p>
        </p:txBody>
      </p:sp>
      <p:sp>
        <p:nvSpPr>
          <p:cNvPr id="198" name="Text 196"/>
          <p:cNvSpPr/>
          <p:nvPr/>
        </p:nvSpPr>
        <p:spPr>
          <a:xfrm>
            <a:off x="7760250" y="1268589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Ali Mohammad khan</a:t>
            </a:r>
            <a:endParaRPr lang="en-US" sz="900" dirty="0"/>
          </a:p>
        </p:txBody>
      </p:sp>
      <p:sp>
        <p:nvSpPr>
          <p:cNvPr id="199" name="Text 197"/>
          <p:cNvSpPr/>
          <p:nvPr/>
        </p:nvSpPr>
        <p:spPr>
          <a:xfrm>
            <a:off x="11098060" y="1282727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Gholam Ali Khan</a:t>
            </a:r>
            <a:endParaRPr lang="en-US" sz="900" dirty="0"/>
          </a:p>
        </p:txBody>
      </p:sp>
      <p:sp>
        <p:nvSpPr>
          <p:cNvPr id="200" name="Text 198"/>
          <p:cNvSpPr/>
          <p:nvPr/>
        </p:nvSpPr>
        <p:spPr>
          <a:xfrm>
            <a:off x="7754363" y="1856232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Shafee khan</a:t>
            </a:r>
            <a:endParaRPr lang="en-US" sz="900" dirty="0"/>
          </a:p>
        </p:txBody>
      </p:sp>
      <p:sp>
        <p:nvSpPr>
          <p:cNvPr id="201" name="Text 199"/>
          <p:cNvSpPr/>
          <p:nvPr/>
        </p:nvSpPr>
        <p:spPr>
          <a:xfrm>
            <a:off x="11098060" y="1856232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Saadegh Khan</a:t>
            </a:r>
            <a:endParaRPr lang="en-US" sz="900" dirty="0"/>
          </a:p>
        </p:txBody>
      </p:sp>
      <p:sp>
        <p:nvSpPr>
          <p:cNvPr id="202" name="Text 200"/>
          <p:cNvSpPr/>
          <p:nvPr/>
        </p:nvSpPr>
        <p:spPr>
          <a:xfrm>
            <a:off x="6745986" y="2633566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Mirza Soltan ?</a:t>
            </a:r>
            <a:endParaRPr lang="en-US" sz="900" dirty="0"/>
          </a:p>
        </p:txBody>
      </p:sp>
      <p:sp>
        <p:nvSpPr>
          <p:cNvPr id="203" name="Text 201"/>
          <p:cNvSpPr/>
          <p:nvPr/>
        </p:nvSpPr>
        <p:spPr>
          <a:xfrm>
            <a:off x="4754880" y="329184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EF7E0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Hossein Ali Khan?</a:t>
            </a:r>
            <a:endParaRPr lang="en-US" sz="900" dirty="0"/>
          </a:p>
        </p:txBody>
      </p:sp>
      <p:sp>
        <p:nvSpPr>
          <p:cNvPr id="204" name="Text 202"/>
          <p:cNvSpPr/>
          <p:nvPr/>
        </p:nvSpPr>
        <p:spPr>
          <a:xfrm>
            <a:off x="6745986" y="3416819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Najaf Gholi</a:t>
            </a:r>
            <a:endParaRPr lang="en-US" sz="900" dirty="0"/>
          </a:p>
        </p:txBody>
      </p:sp>
      <p:sp>
        <p:nvSpPr>
          <p:cNvPr id="205" name="Text 203"/>
          <p:cNvSpPr/>
          <p:nvPr/>
        </p:nvSpPr>
        <p:spPr>
          <a:xfrm>
            <a:off x="8991621" y="2848356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Khan</a:t>
            </a:r>
            <a:endParaRPr lang="en-US" sz="900" dirty="0"/>
          </a:p>
        </p:txBody>
      </p:sp>
      <p:sp>
        <p:nvSpPr>
          <p:cNvPr id="206" name="Text 204"/>
          <p:cNvSpPr/>
          <p:nvPr/>
        </p:nvSpPr>
        <p:spPr>
          <a:xfrm>
            <a:off x="8961120" y="3639312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Zaher ? Fath Dolleh ?</a:t>
            </a:r>
            <a:endParaRPr lang="en-US" sz="900" dirty="0"/>
          </a:p>
        </p:txBody>
      </p:sp>
      <p:sp>
        <p:nvSpPr>
          <p:cNvPr id="207" name="Text 205"/>
          <p:cNvSpPr/>
          <p:nvPr/>
        </p:nvSpPr>
        <p:spPr>
          <a:xfrm>
            <a:off x="6715485" y="39576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Abdol Rahman</a:t>
            </a:r>
            <a:endParaRPr lang="en-US" sz="900" dirty="0"/>
          </a:p>
        </p:txBody>
      </p:sp>
      <p:sp>
        <p:nvSpPr>
          <p:cNvPr id="208" name="Text 206"/>
          <p:cNvSpPr/>
          <p:nvPr/>
        </p:nvSpPr>
        <p:spPr>
          <a:xfrm>
            <a:off x="6745986" y="4462272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Heidar Gholi</a:t>
            </a:r>
            <a:endParaRPr lang="en-US" sz="900" dirty="0"/>
          </a:p>
        </p:txBody>
      </p:sp>
      <p:sp>
        <p:nvSpPr>
          <p:cNvPr id="209" name="Text 207"/>
          <p:cNvSpPr/>
          <p:nvPr/>
        </p:nvSpPr>
        <p:spPr>
          <a:xfrm>
            <a:off x="11218309" y="522924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Keir Allah khan</a:t>
            </a:r>
            <a:endParaRPr lang="en-US" sz="900" dirty="0"/>
          </a:p>
        </p:txBody>
      </p:sp>
      <p:sp>
        <p:nvSpPr>
          <p:cNvPr id="210" name="Text 208"/>
          <p:cNvSpPr/>
          <p:nvPr/>
        </p:nvSpPr>
        <p:spPr>
          <a:xfrm>
            <a:off x="11218309" y="400050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Abdolah khan</a:t>
            </a:r>
            <a:endParaRPr lang="en-US" sz="900" dirty="0"/>
          </a:p>
        </p:txBody>
      </p:sp>
      <p:sp>
        <p:nvSpPr>
          <p:cNvPr id="211" name="Text 209"/>
          <p:cNvSpPr/>
          <p:nvPr/>
        </p:nvSpPr>
        <p:spPr>
          <a:xfrm>
            <a:off x="8817885" y="4787494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Khan</a:t>
            </a:r>
            <a:endParaRPr lang="en-US" sz="900" dirty="0"/>
          </a:p>
        </p:txBody>
      </p:sp>
      <p:sp>
        <p:nvSpPr>
          <p:cNvPr id="212" name="Text 210"/>
          <p:cNvSpPr/>
          <p:nvPr/>
        </p:nvSpPr>
        <p:spPr>
          <a:xfrm>
            <a:off x="11235407" y="4787494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Amaan Allah</a:t>
            </a:r>
            <a:endParaRPr lang="en-US" sz="900" dirty="0"/>
          </a:p>
        </p:txBody>
      </p:sp>
      <p:sp>
        <p:nvSpPr>
          <p:cNvPr id="213" name="Text 211"/>
          <p:cNvSpPr/>
          <p:nvPr/>
        </p:nvSpPr>
        <p:spPr>
          <a:xfrm>
            <a:off x="6771132" y="585162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Morad Beig</a:t>
            </a:r>
            <a:endParaRPr lang="en-US" sz="900" dirty="0"/>
          </a:p>
        </p:txBody>
      </p:sp>
      <p:sp>
        <p:nvSpPr>
          <p:cNvPr id="214" name="Text 212"/>
          <p:cNvSpPr/>
          <p:nvPr/>
        </p:nvSpPr>
        <p:spPr>
          <a:xfrm>
            <a:off x="8817885" y="5363927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Mahmood khan</a:t>
            </a:r>
            <a:endParaRPr lang="en-US" sz="900" dirty="0"/>
          </a:p>
        </p:txBody>
      </p:sp>
      <p:sp>
        <p:nvSpPr>
          <p:cNvPr id="215" name="Text 213"/>
          <p:cNvSpPr/>
          <p:nvPr/>
        </p:nvSpPr>
        <p:spPr>
          <a:xfrm>
            <a:off x="8782812" y="603450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Enaayat Allah Khan</a:t>
            </a:r>
            <a:endParaRPr lang="en-US" sz="900" dirty="0"/>
          </a:p>
        </p:txBody>
      </p:sp>
      <p:sp>
        <p:nvSpPr>
          <p:cNvPr id="216" name="Text 214"/>
          <p:cNvSpPr/>
          <p:nvPr/>
        </p:nvSpPr>
        <p:spPr>
          <a:xfrm>
            <a:off x="11102632" y="6298712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 Allah khan</a:t>
            </a:r>
            <a:endParaRPr lang="en-US" sz="900" dirty="0"/>
          </a:p>
        </p:txBody>
      </p:sp>
      <p:sp>
        <p:nvSpPr>
          <p:cNvPr id="217" name="Text 215"/>
          <p:cNvSpPr/>
          <p:nvPr/>
        </p:nvSpPr>
        <p:spPr>
          <a:xfrm>
            <a:off x="8782812" y="658314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Habib Allah Khan</a:t>
            </a:r>
            <a:endParaRPr lang="en-US" sz="900" dirty="0"/>
          </a:p>
        </p:txBody>
      </p:sp>
      <p:sp>
        <p:nvSpPr>
          <p:cNvPr id="218" name="Text 216"/>
          <p:cNvSpPr/>
          <p:nvPr/>
        </p:nvSpPr>
        <p:spPr>
          <a:xfrm>
            <a:off x="11102632" y="6905254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Nasr Allah khan</a:t>
            </a:r>
            <a:endParaRPr lang="en-US" sz="900" dirty="0"/>
          </a:p>
        </p:txBody>
      </p:sp>
      <p:sp>
        <p:nvSpPr>
          <p:cNvPr id="219" name="Text 217"/>
          <p:cNvSpPr/>
          <p:nvPr/>
        </p:nvSpPr>
        <p:spPr>
          <a:xfrm>
            <a:off x="6771132" y="70408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 Ali Beig</a:t>
            </a:r>
            <a:endParaRPr lang="en-US" sz="900" dirty="0"/>
          </a:p>
        </p:txBody>
      </p:sp>
      <p:sp>
        <p:nvSpPr>
          <p:cNvPr id="220" name="Text 218"/>
          <p:cNvSpPr/>
          <p:nvPr/>
        </p:nvSpPr>
        <p:spPr>
          <a:xfrm>
            <a:off x="6771132" y="7578872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Vali Beig</a:t>
            </a:r>
            <a:endParaRPr lang="en-US" sz="900" dirty="0"/>
          </a:p>
        </p:txBody>
      </p:sp>
      <p:sp>
        <p:nvSpPr>
          <p:cNvPr id="221" name="Text 219"/>
          <p:cNvSpPr/>
          <p:nvPr/>
        </p:nvSpPr>
        <p:spPr>
          <a:xfrm>
            <a:off x="8847508" y="8810681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Soltan Fath Ali ?</a:t>
            </a:r>
            <a:endParaRPr lang="en-US" sz="900" dirty="0"/>
          </a:p>
        </p:txBody>
      </p:sp>
      <p:sp>
        <p:nvSpPr>
          <p:cNvPr id="222" name="Text 220"/>
          <p:cNvSpPr/>
          <p:nvPr/>
        </p:nvSpPr>
        <p:spPr>
          <a:xfrm>
            <a:off x="11102632" y="750503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Assas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Khan ??</a:t>
            </a:r>
            <a:endParaRPr lang="en-US" sz="900" dirty="0"/>
          </a:p>
        </p:txBody>
      </p:sp>
      <p:sp>
        <p:nvSpPr>
          <p:cNvPr id="223" name="Text 221"/>
          <p:cNvSpPr/>
          <p:nvPr/>
        </p:nvSpPr>
        <p:spPr>
          <a:xfrm>
            <a:off x="6791173" y="835598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Shir Ali Beig</a:t>
            </a:r>
            <a:endParaRPr lang="en-US" sz="900" dirty="0"/>
          </a:p>
        </p:txBody>
      </p:sp>
      <p:sp>
        <p:nvSpPr>
          <p:cNvPr id="224" name="Text 222"/>
          <p:cNvSpPr/>
          <p:nvPr/>
        </p:nvSpPr>
        <p:spPr>
          <a:xfrm>
            <a:off x="8855462" y="7648956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Zolfaghar khan??</a:t>
            </a:r>
            <a:endParaRPr lang="en-US" sz="900" dirty="0"/>
          </a:p>
        </p:txBody>
      </p:sp>
      <p:sp>
        <p:nvSpPr>
          <p:cNvPr id="225" name="Text 223"/>
          <p:cNvSpPr/>
          <p:nvPr/>
        </p:nvSpPr>
        <p:spPr>
          <a:xfrm>
            <a:off x="11098060" y="806006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 Ali Khan</a:t>
            </a:r>
            <a:endParaRPr lang="en-US" sz="900" dirty="0"/>
          </a:p>
        </p:txBody>
      </p:sp>
      <p:sp>
        <p:nvSpPr>
          <p:cNvPr id="226" name="Text 224"/>
          <p:cNvSpPr/>
          <p:nvPr/>
        </p:nvSpPr>
        <p:spPr>
          <a:xfrm>
            <a:off x="13309718" y="844410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Nasr Allah Khan</a:t>
            </a:r>
            <a:endParaRPr lang="en-US" sz="900" dirty="0"/>
          </a:p>
        </p:txBody>
      </p:sp>
      <p:sp>
        <p:nvSpPr>
          <p:cNvPr id="227" name="Text 225"/>
          <p:cNvSpPr/>
          <p:nvPr/>
        </p:nvSpPr>
        <p:spPr>
          <a:xfrm>
            <a:off x="6766560" y="930877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Ghaasem Khan</a:t>
            </a:r>
            <a:endParaRPr lang="en-US" sz="900" dirty="0"/>
          </a:p>
        </p:txBody>
      </p:sp>
      <p:sp>
        <p:nvSpPr>
          <p:cNvPr id="228" name="Text 226"/>
          <p:cNvSpPr/>
          <p:nvPr/>
        </p:nvSpPr>
        <p:spPr>
          <a:xfrm>
            <a:off x="13309718" y="8971516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Hossein Ali Khan ?</a:t>
            </a:r>
            <a:endParaRPr lang="en-US" sz="900" dirty="0"/>
          </a:p>
        </p:txBody>
      </p:sp>
      <p:sp>
        <p:nvSpPr>
          <p:cNvPr id="229" name="Text 227"/>
          <p:cNvSpPr/>
          <p:nvPr/>
        </p:nvSpPr>
        <p:spPr>
          <a:xfrm>
            <a:off x="13309718" y="9500802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Aziz ? Khan</a:t>
            </a:r>
            <a:endParaRPr lang="en-US" sz="900" dirty="0"/>
          </a:p>
        </p:txBody>
      </p:sp>
      <p:sp>
        <p:nvSpPr>
          <p:cNvPr id="230" name="Text 228"/>
          <p:cNvSpPr/>
          <p:nvPr/>
        </p:nvSpPr>
        <p:spPr>
          <a:xfrm>
            <a:off x="13309718" y="10053829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Fazl Allha Khan</a:t>
            </a:r>
            <a:endParaRPr lang="en-US" sz="900" dirty="0"/>
          </a:p>
        </p:txBody>
      </p:sp>
      <p:sp>
        <p:nvSpPr>
          <p:cNvPr id="231" name="Text 229"/>
          <p:cNvSpPr/>
          <p:nvPr/>
        </p:nvSpPr>
        <p:spPr>
          <a:xfrm>
            <a:off x="6732301" y="9861804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Moosa Khan</a:t>
            </a:r>
            <a:endParaRPr lang="en-US" sz="900" dirty="0"/>
          </a:p>
        </p:txBody>
      </p:sp>
      <p:sp>
        <p:nvSpPr>
          <p:cNvPr id="232" name="Text 230"/>
          <p:cNvSpPr/>
          <p:nvPr/>
        </p:nvSpPr>
        <p:spPr>
          <a:xfrm>
            <a:off x="8900995" y="10044685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Taghi Khan</a:t>
            </a:r>
            <a:endParaRPr lang="en-US" sz="900" dirty="0"/>
          </a:p>
        </p:txBody>
      </p:sp>
      <p:sp>
        <p:nvSpPr>
          <p:cNvPr id="233" name="Text 231"/>
          <p:cNvSpPr/>
          <p:nvPr/>
        </p:nvSpPr>
        <p:spPr>
          <a:xfrm>
            <a:off x="6707687" y="1036409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Mohammad khan hajiloo</a:t>
            </a:r>
            <a:endParaRPr lang="en-US" sz="900" dirty="0"/>
          </a:p>
        </p:txBody>
      </p:sp>
      <p:sp>
        <p:nvSpPr>
          <p:cNvPr id="234" name="Text 232"/>
          <p:cNvSpPr/>
          <p:nvPr/>
        </p:nvSpPr>
        <p:spPr>
          <a:xfrm>
            <a:off x="8900995" y="1067104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</a:t>
            </a:r>
            <a:endParaRPr lang="en-US" sz="900" dirty="0"/>
          </a:p>
        </p:txBody>
      </p:sp>
      <p:sp>
        <p:nvSpPr>
          <p:cNvPr id="235" name="Text 233"/>
          <p:cNvSpPr/>
          <p:nvPr/>
        </p:nvSpPr>
        <p:spPr>
          <a:xfrm>
            <a:off x="8911016" y="11205972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Hassan Khan</a:t>
            </a:r>
            <a:endParaRPr lang="en-US" sz="900" dirty="0"/>
          </a:p>
        </p:txBody>
      </p:sp>
      <p:sp>
        <p:nvSpPr>
          <p:cNvPr id="236" name="Text 234"/>
          <p:cNvSpPr/>
          <p:nvPr/>
        </p:nvSpPr>
        <p:spPr>
          <a:xfrm>
            <a:off x="8900995" y="1170432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Farid al Molk Mirza Mohammad Ali khan hamadani</a:t>
            </a:r>
            <a:endParaRPr lang="en-US" sz="900" dirty="0"/>
          </a:p>
        </p:txBody>
      </p:sp>
      <p:sp>
        <p:nvSpPr>
          <p:cNvPr id="237" name="Text 235"/>
          <p:cNvSpPr/>
          <p:nvPr/>
        </p:nvSpPr>
        <p:spPr>
          <a:xfrm>
            <a:off x="3840480" y="10780777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EF7E0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Gholam Khan</a:t>
            </a:r>
            <a:endParaRPr lang="en-US" sz="900" dirty="0"/>
          </a:p>
        </p:txBody>
      </p:sp>
      <p:sp>
        <p:nvSpPr>
          <p:cNvPr id="238" name="Text 236"/>
          <p:cNvSpPr/>
          <p:nvPr/>
        </p:nvSpPr>
        <p:spPr>
          <a:xfrm>
            <a:off x="5852160" y="10780777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NoorAli khan</a:t>
            </a:r>
            <a:endParaRPr lang="en-US" sz="900" dirty="0"/>
          </a:p>
        </p:txBody>
      </p:sp>
      <p:sp>
        <p:nvSpPr>
          <p:cNvPr id="239" name="Text 237"/>
          <p:cNvSpPr/>
          <p:nvPr/>
        </p:nvSpPr>
        <p:spPr>
          <a:xfrm>
            <a:off x="5852161" y="11241825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</a:t>
            </a:r>
            <a:endParaRPr lang="en-US" sz="900" dirty="0"/>
          </a:p>
        </p:txBody>
      </p:sp>
      <p:sp>
        <p:nvSpPr>
          <p:cNvPr id="240" name="Text 238"/>
          <p:cNvSpPr/>
          <p:nvPr/>
        </p:nvSpPr>
        <p:spPr>
          <a:xfrm>
            <a:off x="3811670" y="11356846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EF7E0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Jafar Khan ? Kaboodrahangi</a:t>
            </a:r>
            <a:endParaRPr lang="en-US" sz="900" dirty="0"/>
          </a:p>
        </p:txBody>
      </p:sp>
      <p:sp>
        <p:nvSpPr>
          <p:cNvPr id="241" name="Text 239"/>
          <p:cNvSpPr/>
          <p:nvPr/>
        </p:nvSpPr>
        <p:spPr>
          <a:xfrm>
            <a:off x="5852160" y="11708764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Agha Mohammad Ebrahim</a:t>
            </a:r>
            <a:endParaRPr lang="en-US" sz="900" dirty="0"/>
          </a:p>
        </p:txBody>
      </p:sp>
      <p:sp>
        <p:nvSpPr>
          <p:cNvPr id="242" name="Text 240"/>
          <p:cNvSpPr/>
          <p:nvPr/>
        </p:nvSpPr>
        <p:spPr>
          <a:xfrm>
            <a:off x="5856732" y="12216384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Agha Abdol Hamid</a:t>
            </a:r>
            <a:endParaRPr lang="en-US" sz="900" dirty="0"/>
          </a:p>
        </p:txBody>
      </p:sp>
      <p:sp>
        <p:nvSpPr>
          <p:cNvPr id="243" name="Text 241"/>
          <p:cNvSpPr/>
          <p:nvPr/>
        </p:nvSpPr>
        <p:spPr>
          <a:xfrm>
            <a:off x="5876773" y="12670325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Mirza Ali Naghi ? Abadi Mojtahed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5876773" y="1312163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Mirza Lotf Allah</a:t>
            </a:r>
            <a:endParaRPr lang="en-US" sz="900" dirty="0"/>
          </a:p>
        </p:txBody>
      </p:sp>
      <p:sp>
        <p:nvSpPr>
          <p:cNvPr id="245" name="Text 243"/>
          <p:cNvSpPr/>
          <p:nvPr/>
        </p:nvSpPr>
        <p:spPr>
          <a:xfrm>
            <a:off x="10003285" y="12929614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Haqssan Agha</a:t>
            </a:r>
            <a:endParaRPr lang="en-US" sz="900" dirty="0"/>
          </a:p>
        </p:txBody>
      </p:sp>
      <p:sp>
        <p:nvSpPr>
          <p:cNvPr id="246" name="Text 244"/>
          <p:cNvSpPr/>
          <p:nvPr/>
        </p:nvSpPr>
        <p:spPr>
          <a:xfrm>
            <a:off x="3749040" y="1371793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EF7E0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Morteza Gholi Khan</a:t>
            </a:r>
            <a:endParaRPr lang="en-US" sz="900" dirty="0"/>
          </a:p>
        </p:txBody>
      </p:sp>
      <p:sp>
        <p:nvSpPr>
          <p:cNvPr id="247" name="Text 245"/>
          <p:cNvSpPr/>
          <p:nvPr/>
        </p:nvSpPr>
        <p:spPr>
          <a:xfrm>
            <a:off x="7790093" y="1355597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Mansoor Al Molk</a:t>
            </a:r>
            <a:endParaRPr lang="en-US" sz="900" dirty="0"/>
          </a:p>
        </p:txBody>
      </p:sp>
      <p:sp>
        <p:nvSpPr>
          <p:cNvPr id="248" name="Text 246"/>
          <p:cNvSpPr/>
          <p:nvPr/>
        </p:nvSpPr>
        <p:spPr>
          <a:xfrm>
            <a:off x="10003285" y="13525914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SoltanAli ? Khan</a:t>
            </a:r>
            <a:endParaRPr lang="en-US" sz="900" dirty="0"/>
          </a:p>
        </p:txBody>
      </p:sp>
      <p:sp>
        <p:nvSpPr>
          <p:cNvPr id="249" name="Text 247"/>
          <p:cNvSpPr/>
          <p:nvPr/>
        </p:nvSpPr>
        <p:spPr>
          <a:xfrm>
            <a:off x="9983243" y="1414182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Hassan Khan</a:t>
            </a:r>
            <a:endParaRPr lang="en-US" sz="900" dirty="0"/>
          </a:p>
        </p:txBody>
      </p:sp>
      <p:sp>
        <p:nvSpPr>
          <p:cNvPr id="250" name="Text 248"/>
          <p:cNvSpPr/>
          <p:nvPr/>
        </p:nvSpPr>
        <p:spPr>
          <a:xfrm>
            <a:off x="7790093" y="14270522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Mirza Khan</a:t>
            </a:r>
            <a:endParaRPr lang="en-US" sz="900" dirty="0"/>
          </a:p>
        </p:txBody>
      </p:sp>
      <p:sp>
        <p:nvSpPr>
          <p:cNvPr id="251" name="Text 249"/>
          <p:cNvSpPr/>
          <p:nvPr/>
        </p:nvSpPr>
        <p:spPr>
          <a:xfrm>
            <a:off x="9983243" y="14719018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Sarhang Mohammad Hossein kan</a:t>
            </a:r>
            <a:endParaRPr lang="en-US" sz="900" dirty="0"/>
          </a:p>
        </p:txBody>
      </p:sp>
      <p:sp>
        <p:nvSpPr>
          <p:cNvPr id="252" name="Text 250"/>
          <p:cNvSpPr/>
          <p:nvPr/>
        </p:nvSpPr>
        <p:spPr>
          <a:xfrm>
            <a:off x="3751921" y="12524517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EF7E0"/>
          </a:solidFill>
          <a:ln w="15240">
            <a:solidFill>
              <a:srgbClr val="B060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ShiaAli Khan</a:t>
            </a:r>
            <a:endParaRPr lang="en-US" sz="900" dirty="0"/>
          </a:p>
        </p:txBody>
      </p: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363FE755-0E91-0411-389E-210F621EE1AE}"/>
              </a:ext>
            </a:extLst>
          </p:cNvPr>
          <p:cNvCxnSpPr>
            <a:stCxn id="191" idx="3"/>
            <a:endCxn id="198" idx="1"/>
          </p:cNvCxnSpPr>
          <p:nvPr/>
        </p:nvCxnSpPr>
        <p:spPr>
          <a:xfrm flipV="1">
            <a:off x="6583680" y="1460613"/>
            <a:ext cx="1176570" cy="27853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75A24A90-42A1-056F-822F-654DB61C0FE9}"/>
              </a:ext>
            </a:extLst>
          </p:cNvPr>
          <p:cNvCxnSpPr>
            <a:stCxn id="198" idx="3"/>
            <a:endCxn id="199" idx="1"/>
          </p:cNvCxnSpPr>
          <p:nvPr/>
        </p:nvCxnSpPr>
        <p:spPr>
          <a:xfrm>
            <a:off x="9589050" y="1460613"/>
            <a:ext cx="1509010" cy="14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: Elbow 261">
            <a:extLst>
              <a:ext uri="{FF2B5EF4-FFF2-40B4-BE49-F238E27FC236}">
                <a16:creationId xmlns:a16="http://schemas.microsoft.com/office/drawing/2014/main" id="{676334AD-5D1A-FDFE-0D21-DAA99B1906F7}"/>
              </a:ext>
            </a:extLst>
          </p:cNvPr>
          <p:cNvCxnSpPr>
            <a:cxnSpLocks/>
            <a:stCxn id="203" idx="3"/>
            <a:endCxn id="202" idx="1"/>
          </p:cNvCxnSpPr>
          <p:nvPr/>
        </p:nvCxnSpPr>
        <p:spPr>
          <a:xfrm flipV="1">
            <a:off x="6583680" y="2825590"/>
            <a:ext cx="162306" cy="6582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DE6E6271-A352-0135-8E4E-3A8F6F9CA547}"/>
              </a:ext>
            </a:extLst>
          </p:cNvPr>
          <p:cNvCxnSpPr>
            <a:stCxn id="200" idx="3"/>
            <a:endCxn id="201" idx="1"/>
          </p:cNvCxnSpPr>
          <p:nvPr/>
        </p:nvCxnSpPr>
        <p:spPr>
          <a:xfrm>
            <a:off x="9583163" y="2048256"/>
            <a:ext cx="15148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EEF5E20E-2F7E-C931-4BB5-EFDAF221D75B}"/>
              </a:ext>
            </a:extLst>
          </p:cNvPr>
          <p:cNvCxnSpPr>
            <a:stCxn id="204" idx="3"/>
            <a:endCxn id="205" idx="1"/>
          </p:cNvCxnSpPr>
          <p:nvPr/>
        </p:nvCxnSpPr>
        <p:spPr>
          <a:xfrm flipV="1">
            <a:off x="8574786" y="3040380"/>
            <a:ext cx="416835" cy="5684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Connector: Elbow 287">
            <a:extLst>
              <a:ext uri="{FF2B5EF4-FFF2-40B4-BE49-F238E27FC236}">
                <a16:creationId xmlns:a16="http://schemas.microsoft.com/office/drawing/2014/main" id="{02607D88-11DA-EA3F-B799-4DA765E84080}"/>
              </a:ext>
            </a:extLst>
          </p:cNvPr>
          <p:cNvCxnSpPr>
            <a:stCxn id="203" idx="3"/>
            <a:endCxn id="204" idx="1"/>
          </p:cNvCxnSpPr>
          <p:nvPr/>
        </p:nvCxnSpPr>
        <p:spPr>
          <a:xfrm>
            <a:off x="6583680" y="3483864"/>
            <a:ext cx="162306" cy="124979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Connector: Elbow 292">
            <a:extLst>
              <a:ext uri="{FF2B5EF4-FFF2-40B4-BE49-F238E27FC236}">
                <a16:creationId xmlns:a16="http://schemas.microsoft.com/office/drawing/2014/main" id="{B29E66D6-9EBB-1668-F5CC-B76606BAAAEE}"/>
              </a:ext>
            </a:extLst>
          </p:cNvPr>
          <p:cNvCxnSpPr>
            <a:cxnSpLocks/>
            <a:stCxn id="204" idx="3"/>
            <a:endCxn id="206" idx="1"/>
          </p:cNvCxnSpPr>
          <p:nvPr/>
        </p:nvCxnSpPr>
        <p:spPr>
          <a:xfrm>
            <a:off x="8574786" y="3608843"/>
            <a:ext cx="386334" cy="22249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84DC6E30-0C02-4369-1F91-E3E7838DD2B8}"/>
              </a:ext>
            </a:extLst>
          </p:cNvPr>
          <p:cNvCxnSpPr>
            <a:stCxn id="193" idx="0"/>
          </p:cNvCxnSpPr>
          <p:nvPr/>
        </p:nvCxnSpPr>
        <p:spPr>
          <a:xfrm flipV="1">
            <a:off x="3657600" y="1755648"/>
            <a:ext cx="0" cy="153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Connector: Elbow 297">
            <a:extLst>
              <a:ext uri="{FF2B5EF4-FFF2-40B4-BE49-F238E27FC236}">
                <a16:creationId xmlns:a16="http://schemas.microsoft.com/office/drawing/2014/main" id="{86844EB3-E519-4B3C-C4D1-C68ACBEF1F49}"/>
              </a:ext>
            </a:extLst>
          </p:cNvPr>
          <p:cNvCxnSpPr>
            <a:stCxn id="193" idx="2"/>
            <a:endCxn id="194" idx="1"/>
          </p:cNvCxnSpPr>
          <p:nvPr/>
        </p:nvCxnSpPr>
        <p:spPr>
          <a:xfrm rot="16200000" flipH="1">
            <a:off x="2446615" y="4886873"/>
            <a:ext cx="3523823" cy="110185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Connector: Elbow 299">
            <a:extLst>
              <a:ext uri="{FF2B5EF4-FFF2-40B4-BE49-F238E27FC236}">
                <a16:creationId xmlns:a16="http://schemas.microsoft.com/office/drawing/2014/main" id="{C9A2B000-7BCC-0D00-F41B-F990E51E9B21}"/>
              </a:ext>
            </a:extLst>
          </p:cNvPr>
          <p:cNvCxnSpPr>
            <a:cxnSpLocks/>
            <a:stCxn id="194" idx="3"/>
            <a:endCxn id="213" idx="1"/>
          </p:cNvCxnSpPr>
          <p:nvPr/>
        </p:nvCxnSpPr>
        <p:spPr>
          <a:xfrm flipV="1">
            <a:off x="6588252" y="6043652"/>
            <a:ext cx="182880" cy="11560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3" name="Connector: Elbow 302">
            <a:extLst>
              <a:ext uri="{FF2B5EF4-FFF2-40B4-BE49-F238E27FC236}">
                <a16:creationId xmlns:a16="http://schemas.microsoft.com/office/drawing/2014/main" id="{D260B0F0-CAE9-2AFA-714F-8D78AE396564}"/>
              </a:ext>
            </a:extLst>
          </p:cNvPr>
          <p:cNvCxnSpPr>
            <a:stCxn id="213" idx="3"/>
            <a:endCxn id="211" idx="1"/>
          </p:cNvCxnSpPr>
          <p:nvPr/>
        </p:nvCxnSpPr>
        <p:spPr>
          <a:xfrm flipV="1">
            <a:off x="8599932" y="4979518"/>
            <a:ext cx="217953" cy="106413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Connector: Elbow 305">
            <a:extLst>
              <a:ext uri="{FF2B5EF4-FFF2-40B4-BE49-F238E27FC236}">
                <a16:creationId xmlns:a16="http://schemas.microsoft.com/office/drawing/2014/main" id="{A99F0F6A-1620-7D0A-0116-EA01A51D48DB}"/>
              </a:ext>
            </a:extLst>
          </p:cNvPr>
          <p:cNvCxnSpPr>
            <a:stCxn id="211" idx="3"/>
            <a:endCxn id="210" idx="1"/>
          </p:cNvCxnSpPr>
          <p:nvPr/>
        </p:nvCxnSpPr>
        <p:spPr>
          <a:xfrm flipV="1">
            <a:off x="10646685" y="4192524"/>
            <a:ext cx="571624" cy="78699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Connector: Elbow 307">
            <a:extLst>
              <a:ext uri="{FF2B5EF4-FFF2-40B4-BE49-F238E27FC236}">
                <a16:creationId xmlns:a16="http://schemas.microsoft.com/office/drawing/2014/main" id="{1F19DE33-F4F9-4752-C291-766E39835BD8}"/>
              </a:ext>
            </a:extLst>
          </p:cNvPr>
          <p:cNvCxnSpPr>
            <a:stCxn id="211" idx="3"/>
            <a:endCxn id="209" idx="1"/>
          </p:cNvCxnSpPr>
          <p:nvPr/>
        </p:nvCxnSpPr>
        <p:spPr>
          <a:xfrm>
            <a:off x="10646685" y="4979518"/>
            <a:ext cx="571624" cy="44174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420F328E-9465-A362-17A3-EA77BAD7E016}"/>
              </a:ext>
            </a:extLst>
          </p:cNvPr>
          <p:cNvCxnSpPr>
            <a:endCxn id="212" idx="1"/>
          </p:cNvCxnSpPr>
          <p:nvPr/>
        </p:nvCxnSpPr>
        <p:spPr>
          <a:xfrm>
            <a:off x="10917685" y="4979518"/>
            <a:ext cx="3177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2" name="Connector: Elbow 311">
            <a:extLst>
              <a:ext uri="{FF2B5EF4-FFF2-40B4-BE49-F238E27FC236}">
                <a16:creationId xmlns:a16="http://schemas.microsoft.com/office/drawing/2014/main" id="{1F16E11D-C3E1-733E-10F6-B8C2D8848F37}"/>
              </a:ext>
            </a:extLst>
          </p:cNvPr>
          <p:cNvCxnSpPr>
            <a:stCxn id="213" idx="3"/>
            <a:endCxn id="215" idx="1"/>
          </p:cNvCxnSpPr>
          <p:nvPr/>
        </p:nvCxnSpPr>
        <p:spPr>
          <a:xfrm>
            <a:off x="8599932" y="6043652"/>
            <a:ext cx="182880" cy="18288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Connector: Elbow 313">
            <a:extLst>
              <a:ext uri="{FF2B5EF4-FFF2-40B4-BE49-F238E27FC236}">
                <a16:creationId xmlns:a16="http://schemas.microsoft.com/office/drawing/2014/main" id="{EFCBBC94-9A9A-0D23-BD0C-30F284157606}"/>
              </a:ext>
            </a:extLst>
          </p:cNvPr>
          <p:cNvCxnSpPr>
            <a:stCxn id="217" idx="1"/>
            <a:endCxn id="213" idx="2"/>
          </p:cNvCxnSpPr>
          <p:nvPr/>
        </p:nvCxnSpPr>
        <p:spPr>
          <a:xfrm rot="10800000">
            <a:off x="7685532" y="6235676"/>
            <a:ext cx="1097280" cy="53949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Connector: Elbow 315">
            <a:extLst>
              <a:ext uri="{FF2B5EF4-FFF2-40B4-BE49-F238E27FC236}">
                <a16:creationId xmlns:a16="http://schemas.microsoft.com/office/drawing/2014/main" id="{0D95843B-F663-ACFF-F43B-53485ADAA5AE}"/>
              </a:ext>
            </a:extLst>
          </p:cNvPr>
          <p:cNvCxnSpPr>
            <a:stCxn id="217" idx="3"/>
            <a:endCxn id="216" idx="1"/>
          </p:cNvCxnSpPr>
          <p:nvPr/>
        </p:nvCxnSpPr>
        <p:spPr>
          <a:xfrm flipV="1">
            <a:off x="10611612" y="6490736"/>
            <a:ext cx="491020" cy="28443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8" name="Connector: Elbow 317">
            <a:extLst>
              <a:ext uri="{FF2B5EF4-FFF2-40B4-BE49-F238E27FC236}">
                <a16:creationId xmlns:a16="http://schemas.microsoft.com/office/drawing/2014/main" id="{F9EB1791-5E9E-9C49-71B0-4F388C33B7E7}"/>
              </a:ext>
            </a:extLst>
          </p:cNvPr>
          <p:cNvCxnSpPr>
            <a:stCxn id="217" idx="3"/>
            <a:endCxn id="218" idx="1"/>
          </p:cNvCxnSpPr>
          <p:nvPr/>
        </p:nvCxnSpPr>
        <p:spPr>
          <a:xfrm>
            <a:off x="10611612" y="6775172"/>
            <a:ext cx="491020" cy="32210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0" name="Connector: Elbow 319">
            <a:extLst>
              <a:ext uri="{FF2B5EF4-FFF2-40B4-BE49-F238E27FC236}">
                <a16:creationId xmlns:a16="http://schemas.microsoft.com/office/drawing/2014/main" id="{03FBA52B-2982-459E-B774-2949AC0DD55A}"/>
              </a:ext>
            </a:extLst>
          </p:cNvPr>
          <p:cNvCxnSpPr>
            <a:stCxn id="194" idx="3"/>
            <a:endCxn id="219" idx="1"/>
          </p:cNvCxnSpPr>
          <p:nvPr/>
        </p:nvCxnSpPr>
        <p:spPr>
          <a:xfrm>
            <a:off x="6588252" y="7199711"/>
            <a:ext cx="182880" cy="331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: Elbow 321">
            <a:extLst>
              <a:ext uri="{FF2B5EF4-FFF2-40B4-BE49-F238E27FC236}">
                <a16:creationId xmlns:a16="http://schemas.microsoft.com/office/drawing/2014/main" id="{3E11D41F-92FA-E1F2-759F-7255577633B0}"/>
              </a:ext>
            </a:extLst>
          </p:cNvPr>
          <p:cNvCxnSpPr>
            <a:stCxn id="194" idx="2"/>
          </p:cNvCxnSpPr>
          <p:nvPr/>
        </p:nvCxnSpPr>
        <p:spPr>
          <a:xfrm rot="16200000" flipH="1">
            <a:off x="6042932" y="7022654"/>
            <a:ext cx="379161" cy="111732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4" name="Connector: Elbow 323">
            <a:extLst>
              <a:ext uri="{FF2B5EF4-FFF2-40B4-BE49-F238E27FC236}">
                <a16:creationId xmlns:a16="http://schemas.microsoft.com/office/drawing/2014/main" id="{00BF5C42-77FC-575B-DFC4-97676A7C3033}"/>
              </a:ext>
            </a:extLst>
          </p:cNvPr>
          <p:cNvCxnSpPr>
            <a:stCxn id="194" idx="2"/>
            <a:endCxn id="223" idx="1"/>
          </p:cNvCxnSpPr>
          <p:nvPr/>
        </p:nvCxnSpPr>
        <p:spPr>
          <a:xfrm rot="16200000" flipH="1">
            <a:off x="5654374" y="7411212"/>
            <a:ext cx="1156277" cy="111732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" name="Connector: Elbow 325">
            <a:extLst>
              <a:ext uri="{FF2B5EF4-FFF2-40B4-BE49-F238E27FC236}">
                <a16:creationId xmlns:a16="http://schemas.microsoft.com/office/drawing/2014/main" id="{934E72AF-E7DC-776A-FB4C-FAF3097E62BE}"/>
              </a:ext>
            </a:extLst>
          </p:cNvPr>
          <p:cNvCxnSpPr>
            <a:stCxn id="223" idx="3"/>
            <a:endCxn id="221" idx="1"/>
          </p:cNvCxnSpPr>
          <p:nvPr/>
        </p:nvCxnSpPr>
        <p:spPr>
          <a:xfrm>
            <a:off x="8619973" y="8548012"/>
            <a:ext cx="227535" cy="45469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8" name="Connector: Elbow 327">
            <a:extLst>
              <a:ext uri="{FF2B5EF4-FFF2-40B4-BE49-F238E27FC236}">
                <a16:creationId xmlns:a16="http://schemas.microsoft.com/office/drawing/2014/main" id="{6D285522-C10A-1221-6557-078C2765C071}"/>
              </a:ext>
            </a:extLst>
          </p:cNvPr>
          <p:cNvCxnSpPr>
            <a:stCxn id="223" idx="3"/>
            <a:endCxn id="224" idx="1"/>
          </p:cNvCxnSpPr>
          <p:nvPr/>
        </p:nvCxnSpPr>
        <p:spPr>
          <a:xfrm flipV="1">
            <a:off x="8619973" y="7840980"/>
            <a:ext cx="235489" cy="70703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0" name="Connector: Elbow 329">
            <a:extLst>
              <a:ext uri="{FF2B5EF4-FFF2-40B4-BE49-F238E27FC236}">
                <a16:creationId xmlns:a16="http://schemas.microsoft.com/office/drawing/2014/main" id="{EBC0EC8D-4ECD-E6AC-F2DF-A08673407195}"/>
              </a:ext>
            </a:extLst>
          </p:cNvPr>
          <p:cNvCxnSpPr>
            <a:stCxn id="226" idx="1"/>
            <a:endCxn id="227" idx="3"/>
          </p:cNvCxnSpPr>
          <p:nvPr/>
        </p:nvCxnSpPr>
        <p:spPr>
          <a:xfrm rot="10800000" flipV="1">
            <a:off x="8595360" y="8636132"/>
            <a:ext cx="4714358" cy="86467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E196B7DB-141E-D316-D3DF-AB0816E41003}"/>
              </a:ext>
            </a:extLst>
          </p:cNvPr>
          <p:cNvCxnSpPr>
            <a:stCxn id="228" idx="1"/>
            <a:endCxn id="227" idx="3"/>
          </p:cNvCxnSpPr>
          <p:nvPr/>
        </p:nvCxnSpPr>
        <p:spPr>
          <a:xfrm rot="10800000" flipV="1">
            <a:off x="8595360" y="9163540"/>
            <a:ext cx="4714358" cy="33726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Connector: Elbow 333">
            <a:extLst>
              <a:ext uri="{FF2B5EF4-FFF2-40B4-BE49-F238E27FC236}">
                <a16:creationId xmlns:a16="http://schemas.microsoft.com/office/drawing/2014/main" id="{C7BF4E08-6B6E-9210-7C06-B50D71895123}"/>
              </a:ext>
            </a:extLst>
          </p:cNvPr>
          <p:cNvCxnSpPr>
            <a:stCxn id="229" idx="1"/>
            <a:endCxn id="227" idx="3"/>
          </p:cNvCxnSpPr>
          <p:nvPr/>
        </p:nvCxnSpPr>
        <p:spPr>
          <a:xfrm rot="10800000">
            <a:off x="8595360" y="9500802"/>
            <a:ext cx="4714358" cy="19202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6" name="Connector: Elbow 335">
            <a:extLst>
              <a:ext uri="{FF2B5EF4-FFF2-40B4-BE49-F238E27FC236}">
                <a16:creationId xmlns:a16="http://schemas.microsoft.com/office/drawing/2014/main" id="{56365C51-7A34-220E-B29C-8CD513CE9F3B}"/>
              </a:ext>
            </a:extLst>
          </p:cNvPr>
          <p:cNvCxnSpPr>
            <a:stCxn id="230" idx="1"/>
            <a:endCxn id="227" idx="3"/>
          </p:cNvCxnSpPr>
          <p:nvPr/>
        </p:nvCxnSpPr>
        <p:spPr>
          <a:xfrm rot="10800000">
            <a:off x="8595360" y="9500803"/>
            <a:ext cx="4714358" cy="74505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" name="Connector: Elbow 341">
            <a:extLst>
              <a:ext uri="{FF2B5EF4-FFF2-40B4-BE49-F238E27FC236}">
                <a16:creationId xmlns:a16="http://schemas.microsoft.com/office/drawing/2014/main" id="{1F6590B1-F929-58B7-7663-B71EEA6B5F0E}"/>
              </a:ext>
            </a:extLst>
          </p:cNvPr>
          <p:cNvCxnSpPr>
            <a:stCxn id="194" idx="2"/>
            <a:endCxn id="227" idx="1"/>
          </p:cNvCxnSpPr>
          <p:nvPr/>
        </p:nvCxnSpPr>
        <p:spPr>
          <a:xfrm rot="16200000" flipH="1">
            <a:off x="5165673" y="7899914"/>
            <a:ext cx="2109067" cy="1092708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Connector: Elbow 343">
            <a:extLst>
              <a:ext uri="{FF2B5EF4-FFF2-40B4-BE49-F238E27FC236}">
                <a16:creationId xmlns:a16="http://schemas.microsoft.com/office/drawing/2014/main" id="{7ED6FFD3-AB24-9B79-0315-31DA70F23333}"/>
              </a:ext>
            </a:extLst>
          </p:cNvPr>
          <p:cNvCxnSpPr>
            <a:stCxn id="233" idx="3"/>
            <a:endCxn id="232" idx="1"/>
          </p:cNvCxnSpPr>
          <p:nvPr/>
        </p:nvCxnSpPr>
        <p:spPr>
          <a:xfrm flipV="1">
            <a:off x="8536487" y="10236709"/>
            <a:ext cx="364508" cy="31941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F8E7E8A1-17F2-EA64-0DD4-2519E8BBD3EF}"/>
              </a:ext>
            </a:extLst>
          </p:cNvPr>
          <p:cNvCxnSpPr>
            <a:stCxn id="233" idx="3"/>
            <a:endCxn id="234" idx="1"/>
          </p:cNvCxnSpPr>
          <p:nvPr/>
        </p:nvCxnSpPr>
        <p:spPr>
          <a:xfrm>
            <a:off x="8536487" y="10556122"/>
            <a:ext cx="364508" cy="30695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8" name="Connector: Elbow 347">
            <a:extLst>
              <a:ext uri="{FF2B5EF4-FFF2-40B4-BE49-F238E27FC236}">
                <a16:creationId xmlns:a16="http://schemas.microsoft.com/office/drawing/2014/main" id="{225E9B0C-04FF-88DD-AFC2-8DD024B53709}"/>
              </a:ext>
            </a:extLst>
          </p:cNvPr>
          <p:cNvCxnSpPr>
            <a:stCxn id="233" idx="3"/>
            <a:endCxn id="235" idx="1"/>
          </p:cNvCxnSpPr>
          <p:nvPr/>
        </p:nvCxnSpPr>
        <p:spPr>
          <a:xfrm>
            <a:off x="8536487" y="10556122"/>
            <a:ext cx="374529" cy="84187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Connector: Elbow 349">
            <a:extLst>
              <a:ext uri="{FF2B5EF4-FFF2-40B4-BE49-F238E27FC236}">
                <a16:creationId xmlns:a16="http://schemas.microsoft.com/office/drawing/2014/main" id="{06CAA75C-B786-2EC4-90FF-92D824CD2D5F}"/>
              </a:ext>
            </a:extLst>
          </p:cNvPr>
          <p:cNvCxnSpPr>
            <a:stCxn id="233" idx="3"/>
            <a:endCxn id="236" idx="1"/>
          </p:cNvCxnSpPr>
          <p:nvPr/>
        </p:nvCxnSpPr>
        <p:spPr>
          <a:xfrm>
            <a:off x="8536487" y="10556122"/>
            <a:ext cx="364508" cy="134022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2" name="Connector: Elbow 351">
            <a:extLst>
              <a:ext uri="{FF2B5EF4-FFF2-40B4-BE49-F238E27FC236}">
                <a16:creationId xmlns:a16="http://schemas.microsoft.com/office/drawing/2014/main" id="{E42C380F-17B6-E381-CAF9-70809A3655ED}"/>
              </a:ext>
            </a:extLst>
          </p:cNvPr>
          <p:cNvCxnSpPr>
            <a:stCxn id="190" idx="2"/>
            <a:endCxn id="195" idx="1"/>
          </p:cNvCxnSpPr>
          <p:nvPr/>
        </p:nvCxnSpPr>
        <p:spPr>
          <a:xfrm rot="16200000" flipH="1">
            <a:off x="-265176" y="8878824"/>
            <a:ext cx="4005073" cy="18288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4" name="Connector: Elbow 353">
            <a:extLst>
              <a:ext uri="{FF2B5EF4-FFF2-40B4-BE49-F238E27FC236}">
                <a16:creationId xmlns:a16="http://schemas.microsoft.com/office/drawing/2014/main" id="{004803E0-8925-F22A-C486-A1DC80825B04}"/>
              </a:ext>
            </a:extLst>
          </p:cNvPr>
          <p:cNvCxnSpPr>
            <a:stCxn id="190" idx="0"/>
            <a:endCxn id="193" idx="1"/>
          </p:cNvCxnSpPr>
          <p:nvPr/>
        </p:nvCxnSpPr>
        <p:spPr>
          <a:xfrm rot="5400000" flipH="1" flipV="1">
            <a:off x="644652" y="4485132"/>
            <a:ext cx="3099816" cy="109728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" name="Connector: Elbow 355">
            <a:extLst>
              <a:ext uri="{FF2B5EF4-FFF2-40B4-BE49-F238E27FC236}">
                <a16:creationId xmlns:a16="http://schemas.microsoft.com/office/drawing/2014/main" id="{3340C442-96FF-3CE7-F330-FD5CFF3ECAAB}"/>
              </a:ext>
            </a:extLst>
          </p:cNvPr>
          <p:cNvCxnSpPr>
            <a:stCxn id="240" idx="3"/>
            <a:endCxn id="239" idx="1"/>
          </p:cNvCxnSpPr>
          <p:nvPr/>
        </p:nvCxnSpPr>
        <p:spPr>
          <a:xfrm flipV="1">
            <a:off x="5640470" y="11433849"/>
            <a:ext cx="211691" cy="11502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8" name="Connector: Elbow 357">
            <a:extLst>
              <a:ext uri="{FF2B5EF4-FFF2-40B4-BE49-F238E27FC236}">
                <a16:creationId xmlns:a16="http://schemas.microsoft.com/office/drawing/2014/main" id="{9A46EA13-4F4B-C38F-A30B-F3D5559E708C}"/>
              </a:ext>
            </a:extLst>
          </p:cNvPr>
          <p:cNvCxnSpPr>
            <a:stCxn id="241" idx="1"/>
            <a:endCxn id="240" idx="3"/>
          </p:cNvCxnSpPr>
          <p:nvPr/>
        </p:nvCxnSpPr>
        <p:spPr>
          <a:xfrm rot="10800000">
            <a:off x="5640470" y="11548870"/>
            <a:ext cx="211690" cy="35191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0" name="Connector: Elbow 359">
            <a:extLst>
              <a:ext uri="{FF2B5EF4-FFF2-40B4-BE49-F238E27FC236}">
                <a16:creationId xmlns:a16="http://schemas.microsoft.com/office/drawing/2014/main" id="{3B32DCE6-F958-CE92-4C99-7499AE62F696}"/>
              </a:ext>
            </a:extLst>
          </p:cNvPr>
          <p:cNvCxnSpPr>
            <a:stCxn id="242" idx="1"/>
            <a:endCxn id="240" idx="3"/>
          </p:cNvCxnSpPr>
          <p:nvPr/>
        </p:nvCxnSpPr>
        <p:spPr>
          <a:xfrm rot="10800000">
            <a:off x="5640470" y="11548870"/>
            <a:ext cx="216262" cy="85953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2" name="Connector: Elbow 361">
            <a:extLst>
              <a:ext uri="{FF2B5EF4-FFF2-40B4-BE49-F238E27FC236}">
                <a16:creationId xmlns:a16="http://schemas.microsoft.com/office/drawing/2014/main" id="{C77E725B-D45E-C2F7-52B4-25FD9AF90D38}"/>
              </a:ext>
            </a:extLst>
          </p:cNvPr>
          <p:cNvCxnSpPr>
            <a:stCxn id="243" idx="1"/>
            <a:endCxn id="240" idx="3"/>
          </p:cNvCxnSpPr>
          <p:nvPr/>
        </p:nvCxnSpPr>
        <p:spPr>
          <a:xfrm rot="10800000">
            <a:off x="5640471" y="11548871"/>
            <a:ext cx="236303" cy="1313479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4" name="Connector: Elbow 363">
            <a:extLst>
              <a:ext uri="{FF2B5EF4-FFF2-40B4-BE49-F238E27FC236}">
                <a16:creationId xmlns:a16="http://schemas.microsoft.com/office/drawing/2014/main" id="{39A8DD76-8C21-B976-F798-4197294874FB}"/>
              </a:ext>
            </a:extLst>
          </p:cNvPr>
          <p:cNvCxnSpPr>
            <a:stCxn id="244" idx="1"/>
            <a:endCxn id="240" idx="3"/>
          </p:cNvCxnSpPr>
          <p:nvPr/>
        </p:nvCxnSpPr>
        <p:spPr>
          <a:xfrm rot="10800000">
            <a:off x="5640471" y="11548870"/>
            <a:ext cx="236303" cy="176479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6" name="Connector: Elbow 365">
            <a:extLst>
              <a:ext uri="{FF2B5EF4-FFF2-40B4-BE49-F238E27FC236}">
                <a16:creationId xmlns:a16="http://schemas.microsoft.com/office/drawing/2014/main" id="{7697A98A-5D97-2C76-5F55-78E4F0E55A68}"/>
              </a:ext>
            </a:extLst>
          </p:cNvPr>
          <p:cNvCxnSpPr>
            <a:stCxn id="246" idx="3"/>
            <a:endCxn id="247" idx="1"/>
          </p:cNvCxnSpPr>
          <p:nvPr/>
        </p:nvCxnSpPr>
        <p:spPr>
          <a:xfrm flipV="1">
            <a:off x="5577840" y="13748002"/>
            <a:ext cx="2212253" cy="16196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8" name="Connector: Elbow 367">
            <a:extLst>
              <a:ext uri="{FF2B5EF4-FFF2-40B4-BE49-F238E27FC236}">
                <a16:creationId xmlns:a16="http://schemas.microsoft.com/office/drawing/2014/main" id="{9E9E170F-A127-BC1E-93D9-9A58D1D8ABC2}"/>
              </a:ext>
            </a:extLst>
          </p:cNvPr>
          <p:cNvCxnSpPr>
            <a:stCxn id="246" idx="3"/>
            <a:endCxn id="250" idx="1"/>
          </p:cNvCxnSpPr>
          <p:nvPr/>
        </p:nvCxnSpPr>
        <p:spPr>
          <a:xfrm>
            <a:off x="5577840" y="13909962"/>
            <a:ext cx="2212253" cy="55258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0" name="Connector: Elbow 369">
            <a:extLst>
              <a:ext uri="{FF2B5EF4-FFF2-40B4-BE49-F238E27FC236}">
                <a16:creationId xmlns:a16="http://schemas.microsoft.com/office/drawing/2014/main" id="{3D2ECB73-6CF3-8941-B50F-DD9ED834BDF0}"/>
              </a:ext>
            </a:extLst>
          </p:cNvPr>
          <p:cNvCxnSpPr>
            <a:stCxn id="247" idx="3"/>
            <a:endCxn id="245" idx="1"/>
          </p:cNvCxnSpPr>
          <p:nvPr/>
        </p:nvCxnSpPr>
        <p:spPr>
          <a:xfrm flipV="1">
            <a:off x="9618893" y="13121638"/>
            <a:ext cx="384392" cy="62636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2" name="Connector: Elbow 371">
            <a:extLst>
              <a:ext uri="{FF2B5EF4-FFF2-40B4-BE49-F238E27FC236}">
                <a16:creationId xmlns:a16="http://schemas.microsoft.com/office/drawing/2014/main" id="{A1FB5F8E-45CC-4B47-9D8D-1B69C68817AD}"/>
              </a:ext>
            </a:extLst>
          </p:cNvPr>
          <p:cNvCxnSpPr>
            <a:stCxn id="247" idx="3"/>
            <a:endCxn id="248" idx="1"/>
          </p:cNvCxnSpPr>
          <p:nvPr/>
        </p:nvCxnSpPr>
        <p:spPr>
          <a:xfrm flipV="1">
            <a:off x="9618893" y="13717938"/>
            <a:ext cx="384392" cy="3006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" name="Connector: Elbow 373">
            <a:extLst>
              <a:ext uri="{FF2B5EF4-FFF2-40B4-BE49-F238E27FC236}">
                <a16:creationId xmlns:a16="http://schemas.microsoft.com/office/drawing/2014/main" id="{45184D64-0822-9470-28D3-933E195D772A}"/>
              </a:ext>
            </a:extLst>
          </p:cNvPr>
          <p:cNvCxnSpPr>
            <a:stCxn id="250" idx="3"/>
            <a:endCxn id="249" idx="1"/>
          </p:cNvCxnSpPr>
          <p:nvPr/>
        </p:nvCxnSpPr>
        <p:spPr>
          <a:xfrm flipV="1">
            <a:off x="9618893" y="14333844"/>
            <a:ext cx="364350" cy="12870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6" name="Connector: Elbow 375">
            <a:extLst>
              <a:ext uri="{FF2B5EF4-FFF2-40B4-BE49-F238E27FC236}">
                <a16:creationId xmlns:a16="http://schemas.microsoft.com/office/drawing/2014/main" id="{8D92F953-9B53-92AF-AC83-2A25D0FEF84F}"/>
              </a:ext>
            </a:extLst>
          </p:cNvPr>
          <p:cNvCxnSpPr>
            <a:cxnSpLocks/>
            <a:stCxn id="250" idx="3"/>
            <a:endCxn id="251" idx="1"/>
          </p:cNvCxnSpPr>
          <p:nvPr/>
        </p:nvCxnSpPr>
        <p:spPr>
          <a:xfrm>
            <a:off x="9618893" y="14462546"/>
            <a:ext cx="364350" cy="44849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021A3360-F8B6-C96A-AB20-16F6B2C338A3}"/>
              </a:ext>
            </a:extLst>
          </p:cNvPr>
          <p:cNvCxnSpPr>
            <a:stCxn id="196" idx="3"/>
            <a:endCxn id="240" idx="1"/>
          </p:cNvCxnSpPr>
          <p:nvPr/>
        </p:nvCxnSpPr>
        <p:spPr>
          <a:xfrm flipV="1">
            <a:off x="3645826" y="11548870"/>
            <a:ext cx="16584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1" name="Connector: Elbow 380">
            <a:extLst>
              <a:ext uri="{FF2B5EF4-FFF2-40B4-BE49-F238E27FC236}">
                <a16:creationId xmlns:a16="http://schemas.microsoft.com/office/drawing/2014/main" id="{B75F94FB-1979-04B7-2743-BDB41F05CD04}"/>
              </a:ext>
            </a:extLst>
          </p:cNvPr>
          <p:cNvCxnSpPr>
            <a:stCxn id="190" idx="2"/>
            <a:endCxn id="196" idx="1"/>
          </p:cNvCxnSpPr>
          <p:nvPr/>
        </p:nvCxnSpPr>
        <p:spPr>
          <a:xfrm rot="16200000" flipH="1">
            <a:off x="-559098" y="9172746"/>
            <a:ext cx="4581143" cy="17110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3" name="Connector: Elbow 382">
            <a:extLst>
              <a:ext uri="{FF2B5EF4-FFF2-40B4-BE49-F238E27FC236}">
                <a16:creationId xmlns:a16="http://schemas.microsoft.com/office/drawing/2014/main" id="{3C9CC88A-1EDD-561D-4F9E-DDC8E0F93005}"/>
              </a:ext>
            </a:extLst>
          </p:cNvPr>
          <p:cNvCxnSpPr>
            <a:stCxn id="190" idx="2"/>
            <a:endCxn id="197" idx="1"/>
          </p:cNvCxnSpPr>
          <p:nvPr/>
        </p:nvCxnSpPr>
        <p:spPr>
          <a:xfrm rot="16200000" flipH="1">
            <a:off x="-1146442" y="9760090"/>
            <a:ext cx="5755831" cy="17110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29001512-25BE-D634-B8DF-A66DB7412545}"/>
              </a:ext>
            </a:extLst>
          </p:cNvPr>
          <p:cNvCxnSpPr>
            <a:stCxn id="197" idx="3"/>
            <a:endCxn id="252" idx="1"/>
          </p:cNvCxnSpPr>
          <p:nvPr/>
        </p:nvCxnSpPr>
        <p:spPr>
          <a:xfrm flipV="1">
            <a:off x="3645826" y="12716541"/>
            <a:ext cx="106095" cy="7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8" name="Connector: Elbow 387">
            <a:extLst>
              <a:ext uri="{FF2B5EF4-FFF2-40B4-BE49-F238E27FC236}">
                <a16:creationId xmlns:a16="http://schemas.microsoft.com/office/drawing/2014/main" id="{1C980113-672B-5B8C-7326-B647EDB34985}"/>
              </a:ext>
            </a:extLst>
          </p:cNvPr>
          <p:cNvCxnSpPr>
            <a:stCxn id="246" idx="1"/>
            <a:endCxn id="197" idx="3"/>
          </p:cNvCxnSpPr>
          <p:nvPr/>
        </p:nvCxnSpPr>
        <p:spPr>
          <a:xfrm rot="10800000">
            <a:off x="3645826" y="12723560"/>
            <a:ext cx="103214" cy="118640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0" name="Connector: Elbow 389">
            <a:extLst>
              <a:ext uri="{FF2B5EF4-FFF2-40B4-BE49-F238E27FC236}">
                <a16:creationId xmlns:a16="http://schemas.microsoft.com/office/drawing/2014/main" id="{5659CF39-725A-3858-A6AA-B0DC9BEEBE5B}"/>
              </a:ext>
            </a:extLst>
          </p:cNvPr>
          <p:cNvCxnSpPr>
            <a:stCxn id="231" idx="1"/>
            <a:endCxn id="194" idx="2"/>
          </p:cNvCxnSpPr>
          <p:nvPr/>
        </p:nvCxnSpPr>
        <p:spPr>
          <a:xfrm rot="10800000">
            <a:off x="5673853" y="7391736"/>
            <a:ext cx="1058449" cy="26620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2" name="Connector: Elbow 391">
            <a:extLst>
              <a:ext uri="{FF2B5EF4-FFF2-40B4-BE49-F238E27FC236}">
                <a16:creationId xmlns:a16="http://schemas.microsoft.com/office/drawing/2014/main" id="{BA6B56F1-2752-C129-23B6-3B32D359E7EA}"/>
              </a:ext>
            </a:extLst>
          </p:cNvPr>
          <p:cNvCxnSpPr>
            <a:stCxn id="233" idx="1"/>
            <a:endCxn id="194" idx="2"/>
          </p:cNvCxnSpPr>
          <p:nvPr/>
        </p:nvCxnSpPr>
        <p:spPr>
          <a:xfrm rot="10800000">
            <a:off x="5673853" y="7391736"/>
            <a:ext cx="1033835" cy="316438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Connector: Elbow 399">
            <a:extLst>
              <a:ext uri="{FF2B5EF4-FFF2-40B4-BE49-F238E27FC236}">
                <a16:creationId xmlns:a16="http://schemas.microsoft.com/office/drawing/2014/main" id="{866FB5AC-1DC1-0A32-34F5-3F3EF44B3AE0}"/>
              </a:ext>
            </a:extLst>
          </p:cNvPr>
          <p:cNvCxnSpPr>
            <a:stCxn id="191" idx="3"/>
            <a:endCxn id="200" idx="1"/>
          </p:cNvCxnSpPr>
          <p:nvPr/>
        </p:nvCxnSpPr>
        <p:spPr>
          <a:xfrm>
            <a:off x="6583680" y="1739145"/>
            <a:ext cx="1170683" cy="30911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5" name="Connector: Elbow 404">
            <a:extLst>
              <a:ext uri="{FF2B5EF4-FFF2-40B4-BE49-F238E27FC236}">
                <a16:creationId xmlns:a16="http://schemas.microsoft.com/office/drawing/2014/main" id="{AFC64B0F-D263-AD5A-3525-29767E7BE603}"/>
              </a:ext>
            </a:extLst>
          </p:cNvPr>
          <p:cNvCxnSpPr>
            <a:stCxn id="224" idx="3"/>
            <a:endCxn id="222" idx="1"/>
          </p:cNvCxnSpPr>
          <p:nvPr/>
        </p:nvCxnSpPr>
        <p:spPr>
          <a:xfrm flipV="1">
            <a:off x="10684262" y="7697054"/>
            <a:ext cx="418370" cy="14392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7" name="Connector: Elbow 406">
            <a:extLst>
              <a:ext uri="{FF2B5EF4-FFF2-40B4-BE49-F238E27FC236}">
                <a16:creationId xmlns:a16="http://schemas.microsoft.com/office/drawing/2014/main" id="{451A24EB-F747-59B9-D231-BA2FEEB43146}"/>
              </a:ext>
            </a:extLst>
          </p:cNvPr>
          <p:cNvCxnSpPr>
            <a:stCxn id="224" idx="3"/>
            <a:endCxn id="225" idx="1"/>
          </p:cNvCxnSpPr>
          <p:nvPr/>
        </p:nvCxnSpPr>
        <p:spPr>
          <a:xfrm>
            <a:off x="10684262" y="7840980"/>
            <a:ext cx="413798" cy="41110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Text 223">
            <a:extLst>
              <a:ext uri="{FF2B5EF4-FFF2-40B4-BE49-F238E27FC236}">
                <a16:creationId xmlns:a16="http://schemas.microsoft.com/office/drawing/2014/main" id="{C5151855-EE40-6759-AE6C-0EEB0E2DD32A}"/>
              </a:ext>
            </a:extLst>
          </p:cNvPr>
          <p:cNvSpPr/>
          <p:nvPr/>
        </p:nvSpPr>
        <p:spPr>
          <a:xfrm>
            <a:off x="20116800" y="3430816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SIXTH GEN</a:t>
            </a:r>
            <a:endParaRPr lang="en-US" sz="900" dirty="0"/>
          </a:p>
        </p:txBody>
      </p:sp>
      <p:sp>
        <p:nvSpPr>
          <p:cNvPr id="411" name="Text 222">
            <a:extLst>
              <a:ext uri="{FF2B5EF4-FFF2-40B4-BE49-F238E27FC236}">
                <a16:creationId xmlns:a16="http://schemas.microsoft.com/office/drawing/2014/main" id="{49356E28-8774-A185-5228-8E96D8E7E68C}"/>
              </a:ext>
            </a:extLst>
          </p:cNvPr>
          <p:cNvSpPr/>
          <p:nvPr/>
        </p:nvSpPr>
        <p:spPr>
          <a:xfrm>
            <a:off x="20116800" y="274320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GEN</a:t>
            </a:r>
            <a:endParaRPr lang="en-US" sz="900" dirty="0"/>
          </a:p>
        </p:txBody>
      </p:sp>
      <p:sp>
        <p:nvSpPr>
          <p:cNvPr id="413" name="Text 217">
            <a:extLst>
              <a:ext uri="{FF2B5EF4-FFF2-40B4-BE49-F238E27FC236}">
                <a16:creationId xmlns:a16="http://schemas.microsoft.com/office/drawing/2014/main" id="{D5389562-1D8C-1B43-7033-7DF798CF5DAC}"/>
              </a:ext>
            </a:extLst>
          </p:cNvPr>
          <p:cNvSpPr/>
          <p:nvPr/>
        </p:nvSpPr>
        <p:spPr>
          <a:xfrm>
            <a:off x="20116800" y="2082452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GEN</a:t>
            </a:r>
            <a:endParaRPr lang="en-US" sz="900" dirty="0"/>
          </a:p>
        </p:txBody>
      </p:sp>
      <p:sp>
        <p:nvSpPr>
          <p:cNvPr id="415" name="Text 190">
            <a:extLst>
              <a:ext uri="{FF2B5EF4-FFF2-40B4-BE49-F238E27FC236}">
                <a16:creationId xmlns:a16="http://schemas.microsoft.com/office/drawing/2014/main" id="{A2227D08-DD2D-DE95-E828-160F66538798}"/>
              </a:ext>
            </a:extLst>
          </p:cNvPr>
          <p:cNvSpPr/>
          <p:nvPr/>
        </p:nvSpPr>
        <p:spPr>
          <a:xfrm>
            <a:off x="20116800" y="141732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GEN</a:t>
            </a:r>
            <a:endParaRPr lang="en-US" sz="9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17" name="Text 191">
            <a:extLst>
              <a:ext uri="{FF2B5EF4-FFF2-40B4-BE49-F238E27FC236}">
                <a16:creationId xmlns:a16="http://schemas.microsoft.com/office/drawing/2014/main" id="{8F97A1CF-DDA4-D033-9EAB-7658C8602360}"/>
              </a:ext>
            </a:extLst>
          </p:cNvPr>
          <p:cNvSpPr/>
          <p:nvPr/>
        </p:nvSpPr>
        <p:spPr>
          <a:xfrm>
            <a:off x="20108846" y="790956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6F4EA"/>
          </a:solidFill>
          <a:ln w="15240">
            <a:solidFill>
              <a:srgbClr val="137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GEN</a:t>
            </a:r>
            <a:endParaRPr lang="en-US" sz="900" dirty="0"/>
          </a:p>
        </p:txBody>
      </p:sp>
      <p:sp>
        <p:nvSpPr>
          <p:cNvPr id="419" name="Text 188">
            <a:extLst>
              <a:ext uri="{FF2B5EF4-FFF2-40B4-BE49-F238E27FC236}">
                <a16:creationId xmlns:a16="http://schemas.microsoft.com/office/drawing/2014/main" id="{548BC403-2A79-61A6-C634-39A625978EBB}"/>
              </a:ext>
            </a:extLst>
          </p:cNvPr>
          <p:cNvSpPr/>
          <p:nvPr/>
        </p:nvSpPr>
        <p:spPr>
          <a:xfrm>
            <a:off x="20080850" y="210312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B4332"/>
          </a:solidFill>
          <a:ln w="15240">
            <a:solidFill>
              <a:srgbClr val="0F291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GEN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224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Hossein Gharagozloo</cp:lastModifiedBy>
  <cp:revision>2</cp:revision>
  <dcterms:created xsi:type="dcterms:W3CDTF">2026-07-31T23:42:12Z</dcterms:created>
  <dcterms:modified xsi:type="dcterms:W3CDTF">2026-08-01T01:08:46Z</dcterms:modified>
</cp:coreProperties>
</file>